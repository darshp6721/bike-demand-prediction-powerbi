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Default Extension="xlsm" ContentType="application/vnd.ms-excel.sheet.macroEnabled.12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8" r:id="rId9"/>
    <p:sldId id="269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4DC84-7342-41A4-97D3-C8FC6D179C72}" type="datetimeFigureOut">
              <a:rPr lang="en-US" smtClean="0"/>
              <a:t>14-03-26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FD15E-BC5B-4238-B617-BB4E753EEA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4DC84-7342-41A4-97D3-C8FC6D179C72}" type="datetimeFigureOut">
              <a:rPr lang="en-US" smtClean="0"/>
              <a:t>14-03-26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FD15E-BC5B-4238-B617-BB4E753EEA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4DC84-7342-41A4-97D3-C8FC6D179C72}" type="datetimeFigureOut">
              <a:rPr lang="en-US" smtClean="0"/>
              <a:t>14-03-26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FD15E-BC5B-4238-B617-BB4E753EEA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4DC84-7342-41A4-97D3-C8FC6D179C72}" type="datetimeFigureOut">
              <a:rPr lang="en-US" smtClean="0"/>
              <a:t>14-03-26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FD15E-BC5B-4238-B617-BB4E753EEA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4DC84-7342-41A4-97D3-C8FC6D179C72}" type="datetimeFigureOut">
              <a:rPr lang="en-US" smtClean="0"/>
              <a:t>14-03-26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FD15E-BC5B-4238-B617-BB4E753EEA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4DC84-7342-41A4-97D3-C8FC6D179C72}" type="datetimeFigureOut">
              <a:rPr lang="en-US" smtClean="0"/>
              <a:t>14-03-26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FD15E-BC5B-4238-B617-BB4E753EEA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4DC84-7342-41A4-97D3-C8FC6D179C72}" type="datetimeFigureOut">
              <a:rPr lang="en-US" smtClean="0"/>
              <a:t>14-03-26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FD15E-BC5B-4238-B617-BB4E753EEA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4DC84-7342-41A4-97D3-C8FC6D179C72}" type="datetimeFigureOut">
              <a:rPr lang="en-US" smtClean="0"/>
              <a:t>14-03-26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FD15E-BC5B-4238-B617-BB4E753EEA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4DC84-7342-41A4-97D3-C8FC6D179C72}" type="datetimeFigureOut">
              <a:rPr lang="en-US" smtClean="0"/>
              <a:t>14-03-26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FD15E-BC5B-4238-B617-BB4E753EEA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4DC84-7342-41A4-97D3-C8FC6D179C72}" type="datetimeFigureOut">
              <a:rPr lang="en-US" smtClean="0"/>
              <a:t>14-03-26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FD15E-BC5B-4238-B617-BB4E753EEA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4DC84-7342-41A4-97D3-C8FC6D179C72}" type="datetimeFigureOut">
              <a:rPr lang="en-US" smtClean="0"/>
              <a:t>14-03-26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FD15E-BC5B-4238-B617-BB4E753EEA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F4DC84-7342-41A4-97D3-C8FC6D179C72}" type="datetimeFigureOut">
              <a:rPr lang="en-US" smtClean="0"/>
              <a:t>14-03-26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BFD15E-BC5B-4238-B617-BB4E753EEAE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hare.google/nsxuSiPDf3GHr5GQ7" TargetMode="External"/><Relationship Id="rId7" Type="http://schemas.openxmlformats.org/officeDocument/2006/relationships/package" Target="../embeddings/Microsoft_Office_Excel_Macro-Enabled_Worksheet1.xlsm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hyperlink" Target="https://share.google/5RbT0WIoZG6VLXKi2" TargetMode="External"/><Relationship Id="rId5" Type="http://schemas.openxmlformats.org/officeDocument/2006/relationships/hyperlink" Target="https://share.google/aSCtI6Tfx0h896v77" TargetMode="External"/><Relationship Id="rId4" Type="http://schemas.openxmlformats.org/officeDocument/2006/relationships/hyperlink" Target="https://share.google/IWIFrW5YTfZiVjtmD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4419600" cy="1695450"/>
          </a:xfrm>
        </p:spPr>
        <p:txBody>
          <a:bodyPr/>
          <a:lstStyle/>
          <a:p>
            <a:r>
              <a:rPr lang="en-US" dirty="0" smtClean="0"/>
              <a:t>   Project </a:t>
            </a:r>
            <a:r>
              <a:rPr lang="en-US" dirty="0"/>
              <a:t>Title: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  Bike </a:t>
            </a:r>
            <a:r>
              <a:rPr lang="en-US" dirty="0"/>
              <a:t>Demand Prediction Project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47800"/>
            <a:ext cx="4419600" cy="4691063"/>
          </a:xfrm>
        </p:spPr>
        <p:txBody>
          <a:bodyPr/>
          <a:lstStyle/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Project Title: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Bike Demand Prediction Project</a:t>
            </a:r>
            <a:endParaRPr lang="en-US" dirty="0" smtClean="0"/>
          </a:p>
          <a:p>
            <a:r>
              <a:rPr lang="en-US" b="1" dirty="0" smtClean="0"/>
              <a:t>Student Name:</a:t>
            </a:r>
            <a:r>
              <a:rPr lang="en-US" dirty="0" smtClean="0"/>
              <a:t> </a:t>
            </a:r>
            <a:r>
              <a:rPr lang="en-US" dirty="0" err="1" smtClean="0"/>
              <a:t>Darsh</a:t>
            </a:r>
            <a:r>
              <a:rPr lang="en-US" dirty="0" smtClean="0"/>
              <a:t> </a:t>
            </a:r>
            <a:r>
              <a:rPr lang="en-US" dirty="0" err="1" smtClean="0"/>
              <a:t>Sunilkumar</a:t>
            </a:r>
            <a:r>
              <a:rPr lang="en-US" dirty="0" smtClean="0"/>
              <a:t> Parekh</a:t>
            </a:r>
            <a:br>
              <a:rPr lang="en-US" dirty="0" smtClean="0"/>
            </a:br>
            <a:r>
              <a:rPr lang="en-US" b="1" dirty="0" smtClean="0"/>
              <a:t>College Name:</a:t>
            </a:r>
            <a:r>
              <a:rPr lang="en-US" dirty="0" smtClean="0"/>
              <a:t> Shree </a:t>
            </a:r>
            <a:r>
              <a:rPr lang="en-US" dirty="0" err="1" smtClean="0"/>
              <a:t>Swaminarayan</a:t>
            </a:r>
            <a:r>
              <a:rPr lang="en-US" dirty="0" smtClean="0"/>
              <a:t> Institute of Technology</a:t>
            </a:r>
            <a:br>
              <a:rPr lang="en-US" dirty="0" smtClean="0"/>
            </a:br>
            <a:r>
              <a:rPr lang="en-US" b="1" dirty="0" smtClean="0"/>
              <a:t>Department:</a:t>
            </a:r>
            <a:r>
              <a:rPr lang="en-US" dirty="0" smtClean="0"/>
              <a:t> Information Technology</a:t>
            </a:r>
            <a:br>
              <a:rPr lang="en-US" dirty="0" smtClean="0"/>
            </a:br>
            <a:r>
              <a:rPr lang="en-US" b="1" dirty="0" smtClean="0"/>
              <a:t>Email ID:</a:t>
            </a:r>
            <a:r>
              <a:rPr lang="en-US" dirty="0" smtClean="0"/>
              <a:t> darshhpp0707@gmail.com</a:t>
            </a:r>
          </a:p>
          <a:p>
            <a:r>
              <a:rPr lang="en-US" b="1" dirty="0" smtClean="0"/>
              <a:t>Microsoft Power BI Internship – Capstone Project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5" name="Picture 2" descr="A black background with grey text&#10;&#10;AI-generated content may be incorrect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52131"/>
            <a:ext cx="2286000" cy="94326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D:\Users\Admin\Downloads\IMG_20260314_223600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2057400"/>
            <a:ext cx="3657600" cy="3962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Outline: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Introduction</a:t>
            </a:r>
          </a:p>
          <a:p>
            <a:r>
              <a:rPr lang="en-US" dirty="0" smtClean="0"/>
              <a:t>Problem Statement</a:t>
            </a:r>
          </a:p>
          <a:p>
            <a:r>
              <a:rPr lang="en-US" dirty="0" smtClean="0"/>
              <a:t>Proposed System / Solution</a:t>
            </a:r>
          </a:p>
          <a:p>
            <a:r>
              <a:rPr lang="en-US" dirty="0" smtClean="0"/>
              <a:t>System Development Approach</a:t>
            </a:r>
          </a:p>
          <a:p>
            <a:r>
              <a:rPr lang="en-US" dirty="0" smtClean="0"/>
              <a:t>Algorithm &amp; Deployment</a:t>
            </a:r>
          </a:p>
          <a:p>
            <a:r>
              <a:rPr lang="en-US" dirty="0" smtClean="0"/>
              <a:t>Results and Insights</a:t>
            </a:r>
          </a:p>
          <a:p>
            <a:r>
              <a:rPr lang="en-US" dirty="0" smtClean="0"/>
              <a:t>Conclusion</a:t>
            </a:r>
          </a:p>
          <a:p>
            <a:r>
              <a:rPr lang="en-US" dirty="0" smtClean="0"/>
              <a:t>Future Scope</a:t>
            </a:r>
          </a:p>
          <a:p>
            <a:r>
              <a:rPr lang="en-US" dirty="0" smtClean="0"/>
              <a:t>References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Bike rental services are becoming very popular in urban cities for short-distance travel.</a:t>
            </a:r>
          </a:p>
          <a:p>
            <a:r>
              <a:rPr lang="en-US" dirty="0" smtClean="0"/>
              <a:t>However, managing bike availability is a major challenge.</a:t>
            </a:r>
          </a:p>
          <a:p>
            <a:r>
              <a:rPr lang="en-US" dirty="0" smtClean="0"/>
              <a:t>At some hours, there are </a:t>
            </a:r>
            <a:r>
              <a:rPr lang="en-US" b="1" dirty="0" smtClean="0"/>
              <a:t>not enough bikes available</a:t>
            </a:r>
            <a:r>
              <a:rPr lang="en-US" dirty="0" smtClean="0"/>
              <a:t>, while at other times many bikes remain unused.</a:t>
            </a:r>
          </a:p>
          <a:p>
            <a:r>
              <a:rPr lang="en-US" dirty="0" smtClean="0"/>
              <a:t>This imbalance creates problems for both users and bike rental operators.</a:t>
            </a:r>
          </a:p>
          <a:p>
            <a:r>
              <a:rPr lang="en-US" dirty="0" smtClean="0"/>
              <a:t>Without proper planning, it becomes difficult to maintain a </a:t>
            </a:r>
            <a:r>
              <a:rPr lang="en-US" b="1" dirty="0" smtClean="0"/>
              <a:t>stable supply of bikes throughout the day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Objective of the Project</a:t>
            </a:r>
            <a:endParaRPr lang="en-US" dirty="0" smtClean="0"/>
          </a:p>
          <a:p>
            <a:r>
              <a:rPr lang="en-US" dirty="0" smtClean="0"/>
              <a:t>Analyze historical bike rental data.</a:t>
            </a:r>
          </a:p>
          <a:p>
            <a:r>
              <a:rPr lang="en-US" dirty="0" smtClean="0"/>
              <a:t>Identify patterns in hourly demand.</a:t>
            </a:r>
          </a:p>
          <a:p>
            <a:r>
              <a:rPr lang="en-US" dirty="0" smtClean="0"/>
              <a:t>Predict the number of bikes required at each hour.</a:t>
            </a:r>
          </a:p>
          <a:p>
            <a:r>
              <a:rPr lang="en-US" dirty="0" smtClean="0"/>
              <a:t>Help improve bike distribution using data analytics.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Proposed System / Solution: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The proposed system uses </a:t>
            </a:r>
            <a:r>
              <a:rPr lang="en-US" b="1" dirty="0" smtClean="0"/>
              <a:t>data analytics and visualization</a:t>
            </a:r>
            <a:r>
              <a:rPr lang="en-US" dirty="0" smtClean="0"/>
              <a:t> to study bike rental demand.</a:t>
            </a:r>
          </a:p>
          <a:p>
            <a:r>
              <a:rPr lang="en-US" dirty="0" smtClean="0"/>
              <a:t>Historical rental data is collected and analyzed to understand usage patterns.</a:t>
            </a:r>
          </a:p>
          <a:p>
            <a:r>
              <a:rPr lang="en-US" dirty="0" smtClean="0"/>
              <a:t>Important factors such as </a:t>
            </a:r>
            <a:r>
              <a:rPr lang="en-US" b="1" dirty="0" smtClean="0"/>
              <a:t>time of day, weather conditions, and weekdays </a:t>
            </a:r>
            <a:r>
              <a:rPr lang="en-US" b="1" dirty="0" err="1" smtClean="0"/>
              <a:t>vs</a:t>
            </a:r>
            <a:r>
              <a:rPr lang="en-US" b="1" dirty="0" smtClean="0"/>
              <a:t> weekends</a:t>
            </a:r>
            <a:r>
              <a:rPr lang="en-US" dirty="0" smtClean="0"/>
              <a:t> are examined.</a:t>
            </a:r>
          </a:p>
          <a:p>
            <a:r>
              <a:rPr lang="en-US" dirty="0" smtClean="0"/>
              <a:t>Using </a:t>
            </a:r>
            <a:r>
              <a:rPr lang="en-US" b="1" dirty="0" smtClean="0"/>
              <a:t>Power BI</a:t>
            </a:r>
            <a:r>
              <a:rPr lang="en-US" dirty="0" smtClean="0"/>
              <a:t>, the data is visualized through interactive dashboards.</a:t>
            </a:r>
          </a:p>
          <a:p>
            <a:r>
              <a:rPr lang="en-US" dirty="0" smtClean="0"/>
              <a:t>Power BI forecasting features are used to estimate </a:t>
            </a:r>
            <a:r>
              <a:rPr lang="en-US" b="1" dirty="0" smtClean="0"/>
              <a:t>future hourly bike demand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Benefits</a:t>
            </a:r>
            <a:endParaRPr lang="en-US" dirty="0" smtClean="0"/>
          </a:p>
          <a:p>
            <a:r>
              <a:rPr lang="en-US" dirty="0" smtClean="0"/>
              <a:t>Better planning of bike availability</a:t>
            </a:r>
          </a:p>
          <a:p>
            <a:r>
              <a:rPr lang="en-US" dirty="0" smtClean="0"/>
              <a:t>Improved service for users</a:t>
            </a:r>
          </a:p>
          <a:p>
            <a:r>
              <a:rPr lang="en-US" dirty="0" smtClean="0"/>
              <a:t>Reduced shortage or oversupply of bikes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System Development Approach (Technology Used):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 smtClean="0"/>
              <a:t>1. Power BI</a:t>
            </a:r>
            <a:endParaRPr lang="en-US" dirty="0" smtClean="0"/>
          </a:p>
          <a:p>
            <a:r>
              <a:rPr lang="en-US" dirty="0" smtClean="0"/>
              <a:t>Used for data analysis and dashboard creation</a:t>
            </a:r>
          </a:p>
          <a:p>
            <a:r>
              <a:rPr lang="en-US" dirty="0" smtClean="0"/>
              <a:t>Helps visualize trends and patterns easily</a:t>
            </a:r>
          </a:p>
          <a:p>
            <a:r>
              <a:rPr lang="en-US" b="1" dirty="0" smtClean="0"/>
              <a:t>2. Dataset (Excel / CSV)</a:t>
            </a:r>
            <a:endParaRPr lang="en-US" dirty="0" smtClean="0"/>
          </a:p>
          <a:p>
            <a:r>
              <a:rPr lang="en-US" dirty="0" smtClean="0"/>
              <a:t>Bike rental dataset containing hourly usage information</a:t>
            </a:r>
          </a:p>
          <a:p>
            <a:r>
              <a:rPr lang="en-US" dirty="0" smtClean="0"/>
              <a:t>Includes variables such as time, weather, temperature, and rental count</a:t>
            </a:r>
          </a:p>
          <a:p>
            <a:r>
              <a:rPr lang="en-US" b="1" dirty="0" smtClean="0"/>
              <a:t>3. Data Cleaning</a:t>
            </a:r>
            <a:endParaRPr lang="en-US" dirty="0" smtClean="0"/>
          </a:p>
          <a:p>
            <a:r>
              <a:rPr lang="en-US" dirty="0" smtClean="0"/>
              <a:t>Removed missing or incorrect values</a:t>
            </a:r>
          </a:p>
          <a:p>
            <a:r>
              <a:rPr lang="en-US" dirty="0" smtClean="0"/>
              <a:t>Converted data into proper formats</a:t>
            </a:r>
          </a:p>
          <a:p>
            <a:r>
              <a:rPr lang="en-US" dirty="0" smtClean="0"/>
              <a:t>Ensured dataset consistency</a:t>
            </a:r>
          </a:p>
          <a:p>
            <a:r>
              <a:rPr lang="en-US" b="1" dirty="0" smtClean="0"/>
              <a:t>4. Data Visualization</a:t>
            </a:r>
            <a:endParaRPr lang="en-US" dirty="0" smtClean="0"/>
          </a:p>
          <a:p>
            <a:r>
              <a:rPr lang="en-US" dirty="0" smtClean="0"/>
              <a:t>Created charts and graphs to analyze bike demand patterns</a:t>
            </a:r>
          </a:p>
          <a:p>
            <a:r>
              <a:rPr lang="en-US" b="1" dirty="0" smtClean="0"/>
              <a:t>5. Forecasting</a:t>
            </a:r>
            <a:endParaRPr lang="en-US" dirty="0" smtClean="0"/>
          </a:p>
          <a:p>
            <a:r>
              <a:rPr lang="en-US" dirty="0" smtClean="0"/>
              <a:t>Used Power BI’s built-in forecasting feature to predict future bike demand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 &amp; Deployment: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 smtClean="0"/>
              <a:t>Data Inputs</a:t>
            </a:r>
            <a:endParaRPr lang="en-US" dirty="0" smtClean="0"/>
          </a:p>
          <a:p>
            <a:r>
              <a:rPr lang="en-US" dirty="0" smtClean="0"/>
              <a:t>The dataset used in this project includes:</a:t>
            </a:r>
          </a:p>
          <a:p>
            <a:r>
              <a:rPr lang="en-US" dirty="0" smtClean="0"/>
              <a:t>Date and time</a:t>
            </a:r>
          </a:p>
          <a:p>
            <a:r>
              <a:rPr lang="en-US" dirty="0" smtClean="0"/>
              <a:t>Hour of the day</a:t>
            </a:r>
          </a:p>
          <a:p>
            <a:r>
              <a:rPr lang="en-US" dirty="0" smtClean="0"/>
              <a:t>Weather conditions</a:t>
            </a:r>
          </a:p>
          <a:p>
            <a:r>
              <a:rPr lang="en-US" dirty="0" smtClean="0"/>
              <a:t>Temperature and humidity</a:t>
            </a:r>
          </a:p>
          <a:p>
            <a:r>
              <a:rPr lang="en-US" dirty="0" smtClean="0"/>
              <a:t>Number of bikes rented</a:t>
            </a:r>
          </a:p>
          <a:p>
            <a:r>
              <a:rPr lang="en-US" b="1" dirty="0" smtClean="0"/>
              <a:t>Forecasting Method</a:t>
            </a:r>
            <a:endParaRPr lang="en-US" dirty="0" smtClean="0"/>
          </a:p>
          <a:p>
            <a:r>
              <a:rPr lang="en-US" dirty="0" smtClean="0"/>
              <a:t>Time-based forecasting using Power BI analytics.</a:t>
            </a:r>
          </a:p>
          <a:p>
            <a:r>
              <a:rPr lang="en-US" dirty="0" smtClean="0"/>
              <a:t>Historical data is used to estimate future hourly demand.</a:t>
            </a:r>
          </a:p>
          <a:p>
            <a:r>
              <a:rPr lang="en-US" b="1" dirty="0" smtClean="0"/>
              <a:t>Steps Followed</a:t>
            </a:r>
            <a:endParaRPr lang="en-US" dirty="0" smtClean="0"/>
          </a:p>
          <a:p>
            <a:r>
              <a:rPr lang="en-US" dirty="0" smtClean="0"/>
              <a:t>Imported the dataset into Power BI.</a:t>
            </a:r>
          </a:p>
          <a:p>
            <a:r>
              <a:rPr lang="en-US" dirty="0" smtClean="0"/>
              <a:t>Cleaned and prepared the data.</a:t>
            </a:r>
          </a:p>
          <a:p>
            <a:r>
              <a:rPr lang="en-US" dirty="0" smtClean="0"/>
              <a:t>Created visual charts to analyze demand patterns.</a:t>
            </a:r>
          </a:p>
          <a:p>
            <a:r>
              <a:rPr lang="en-US" dirty="0" smtClean="0"/>
              <a:t>Applied forecasting on the hourly demand chart.</a:t>
            </a:r>
          </a:p>
          <a:p>
            <a:r>
              <a:rPr lang="en-US" dirty="0" smtClean="0"/>
              <a:t>Built an interactive dashboard for better analysis.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The Power BI dashboard provided useful insights into bike rental patterns.</a:t>
            </a:r>
          </a:p>
          <a:p>
            <a:r>
              <a:rPr lang="en-US" b="1" dirty="0" smtClean="0"/>
              <a:t>Key Insights</a:t>
            </a:r>
            <a:endParaRPr lang="en-US" dirty="0" smtClean="0"/>
          </a:p>
          <a:p>
            <a:r>
              <a:rPr lang="en-US" b="1" dirty="0" smtClean="0"/>
              <a:t>Hourly Demand Pattern</a:t>
            </a:r>
            <a:endParaRPr lang="en-US" dirty="0" smtClean="0"/>
          </a:p>
          <a:p>
            <a:pPr lvl="1"/>
            <a:r>
              <a:rPr lang="en-US" dirty="0" smtClean="0"/>
              <a:t>Highest demand during </a:t>
            </a:r>
            <a:r>
              <a:rPr lang="en-US" b="1" dirty="0" smtClean="0"/>
              <a:t>morning and evening commuting hours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Weather Impact</a:t>
            </a:r>
            <a:endParaRPr lang="en-US" dirty="0" smtClean="0"/>
          </a:p>
          <a:p>
            <a:pPr lvl="1"/>
            <a:r>
              <a:rPr lang="en-US" dirty="0" smtClean="0"/>
              <a:t>Demand decreases during </a:t>
            </a:r>
            <a:r>
              <a:rPr lang="en-US" b="1" dirty="0" smtClean="0"/>
              <a:t>rainy or extremely cold weather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Weekday </a:t>
            </a:r>
            <a:r>
              <a:rPr lang="en-US" b="1" dirty="0" err="1" smtClean="0"/>
              <a:t>vs</a:t>
            </a:r>
            <a:r>
              <a:rPr lang="en-US" b="1" dirty="0" smtClean="0"/>
              <a:t> Weekend Demand</a:t>
            </a:r>
            <a:endParaRPr lang="en-US" dirty="0" smtClean="0"/>
          </a:p>
          <a:p>
            <a:pPr lvl="1"/>
            <a:r>
              <a:rPr lang="en-US" dirty="0" smtClean="0"/>
              <a:t>Weekdays show higher demand during office hours.</a:t>
            </a:r>
          </a:p>
          <a:p>
            <a:pPr lvl="1"/>
            <a:r>
              <a:rPr lang="en-US" dirty="0" smtClean="0"/>
              <a:t>Weekends show more balanced usage during the day.</a:t>
            </a:r>
          </a:p>
          <a:p>
            <a:r>
              <a:rPr lang="en-US" b="1" dirty="0" smtClean="0"/>
              <a:t>Forecasting Results</a:t>
            </a:r>
            <a:endParaRPr lang="en-US" dirty="0" smtClean="0"/>
          </a:p>
          <a:p>
            <a:pPr lvl="1"/>
            <a:r>
              <a:rPr lang="en-US" dirty="0" smtClean="0"/>
              <a:t>The forecasting feature predicts future hourly demand trends.</a:t>
            </a:r>
          </a:p>
          <a:p>
            <a:pPr lvl="1"/>
            <a:r>
              <a:rPr lang="en-US" dirty="0" smtClean="0"/>
              <a:t>This helps bike rental companies plan bike distribution in advance.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:\Users\Admin\Pictures\Screenshots\Screenshot (147)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1524000"/>
            <a:ext cx="4267200" cy="2438400"/>
          </a:xfrm>
          <a:prstGeom prst="rect">
            <a:avLst/>
          </a:prstGeom>
          <a:noFill/>
        </p:spPr>
      </p:pic>
      <p:pic>
        <p:nvPicPr>
          <p:cNvPr id="2052" name="Picture 4" descr="D:\Users\Admin\Pictures\Screenshots\Screenshot (149)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1524000"/>
            <a:ext cx="4114800" cy="2438400"/>
          </a:xfrm>
          <a:prstGeom prst="rect">
            <a:avLst/>
          </a:prstGeom>
          <a:noFill/>
        </p:spPr>
      </p:pic>
      <p:pic>
        <p:nvPicPr>
          <p:cNvPr id="2054" name="Picture 6" descr="D:\Users\Admin\Pictures\Screenshots\Screenshot (151)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0" y="4572000"/>
            <a:ext cx="4343400" cy="2133600"/>
          </a:xfrm>
          <a:prstGeom prst="rect">
            <a:avLst/>
          </a:prstGeom>
          <a:noFill/>
        </p:spPr>
      </p:pic>
      <p:pic>
        <p:nvPicPr>
          <p:cNvPr id="2055" name="Picture 7" descr="D:\Users\Admin\Pictures\Screenshots\Screenshot (150)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28600" y="4495800"/>
            <a:ext cx="4267200" cy="2209800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1447800" y="15240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Result Images:</a:t>
            </a:r>
            <a:endParaRPr lang="en-US" sz="24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3581400" y="4114800"/>
            <a:ext cx="20090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Forecasting Results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096000" y="1219200"/>
            <a:ext cx="25097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Hourly Demand Pattern: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52400" y="685800"/>
            <a:ext cx="462043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Dashboard overview Including </a:t>
            </a:r>
            <a:r>
              <a:rPr lang="en-US" b="1" dirty="0" smtClean="0"/>
              <a:t>Weather Impact</a:t>
            </a:r>
            <a:endParaRPr lang="en-US" dirty="0" smtClean="0"/>
          </a:p>
          <a:p>
            <a:r>
              <a:rPr lang="en-US" dirty="0" smtClean="0"/>
              <a:t> and </a:t>
            </a:r>
            <a:r>
              <a:rPr lang="en-US" b="1" dirty="0" smtClean="0"/>
              <a:t>Weekday </a:t>
            </a:r>
            <a:r>
              <a:rPr lang="en-US" b="1" dirty="0" err="1" smtClean="0"/>
              <a:t>vs</a:t>
            </a:r>
            <a:r>
              <a:rPr lang="en-US" b="1" dirty="0" smtClean="0"/>
              <a:t> Weekend Demand &amp;</a:t>
            </a:r>
          </a:p>
          <a:p>
            <a:r>
              <a:rPr lang="en-US" b="1" dirty="0" smtClean="0"/>
              <a:t>Forecasting Results: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GitHub</a:t>
            </a:r>
            <a:r>
              <a:rPr lang="en-US" dirty="0" smtClean="0"/>
              <a:t> Repository Link: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Here is my </a:t>
            </a:r>
            <a:r>
              <a:rPr lang="en-US" dirty="0" err="1" smtClean="0"/>
              <a:t>GitHub</a:t>
            </a:r>
            <a:r>
              <a:rPr lang="en-US" dirty="0" smtClean="0"/>
              <a:t> Repository Link given: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This project analyzed bike rental demand using </a:t>
            </a:r>
            <a:r>
              <a:rPr lang="en-US" b="1" dirty="0" smtClean="0"/>
              <a:t>Power BI dashboards</a:t>
            </a:r>
            <a:r>
              <a:rPr lang="en-US" dirty="0" smtClean="0"/>
              <a:t>.</a:t>
            </a:r>
          </a:p>
          <a:p>
            <a:r>
              <a:rPr lang="en-US" dirty="0" smtClean="0"/>
              <a:t>Historical data helped identify patterns in hourly bike usage.</a:t>
            </a:r>
          </a:p>
          <a:p>
            <a:r>
              <a:rPr lang="en-US" dirty="0" smtClean="0"/>
              <a:t>Forecasting provided an estimate of </a:t>
            </a:r>
            <a:r>
              <a:rPr lang="en-US" b="1" dirty="0" smtClean="0"/>
              <a:t>future bike demand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interactive dashboard makes the insights easy to understand.</a:t>
            </a:r>
          </a:p>
          <a:p>
            <a:r>
              <a:rPr lang="en-US" dirty="0" smtClean="0"/>
              <a:t>Overall, this system can help bike rental services </a:t>
            </a:r>
            <a:r>
              <a:rPr lang="en-US" b="1" dirty="0" smtClean="0"/>
              <a:t>maintain a stable supply of bikes and improve customer experience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Scope: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This project can be improved further in several ways:</a:t>
            </a:r>
          </a:p>
          <a:p>
            <a:r>
              <a:rPr lang="en-US" dirty="0" smtClean="0"/>
              <a:t>Integration with </a:t>
            </a:r>
            <a:r>
              <a:rPr lang="en-US" b="1" dirty="0" smtClean="0"/>
              <a:t>real-time </a:t>
            </a:r>
            <a:r>
              <a:rPr lang="en-US" b="1" dirty="0" err="1" smtClean="0"/>
              <a:t>IoT</a:t>
            </a:r>
            <a:r>
              <a:rPr lang="en-US" b="1" dirty="0" smtClean="0"/>
              <a:t> sensors on bikes</a:t>
            </a:r>
            <a:endParaRPr lang="en-US" dirty="0" smtClean="0"/>
          </a:p>
          <a:p>
            <a:r>
              <a:rPr lang="en-US" dirty="0" smtClean="0"/>
              <a:t>Development of a </a:t>
            </a:r>
            <a:r>
              <a:rPr lang="en-US" b="1" dirty="0" smtClean="0"/>
              <a:t>mobile application dashboard</a:t>
            </a:r>
            <a:endParaRPr lang="en-US" dirty="0" smtClean="0"/>
          </a:p>
          <a:p>
            <a:r>
              <a:rPr lang="en-US" dirty="0" smtClean="0"/>
              <a:t>Using </a:t>
            </a:r>
            <a:r>
              <a:rPr lang="en-US" b="1" dirty="0" smtClean="0"/>
              <a:t>machine learning models</a:t>
            </a:r>
            <a:r>
              <a:rPr lang="en-US" dirty="0" smtClean="0"/>
              <a:t> for more accurate predictions</a:t>
            </a:r>
          </a:p>
          <a:p>
            <a:r>
              <a:rPr lang="en-US" dirty="0" smtClean="0"/>
              <a:t>Expanding the analysis to </a:t>
            </a:r>
            <a:r>
              <a:rPr lang="en-US" b="1" dirty="0" smtClean="0"/>
              <a:t>multiple cities</a:t>
            </a:r>
            <a:endParaRPr lang="en-US" dirty="0" smtClean="0"/>
          </a:p>
          <a:p>
            <a:r>
              <a:rPr lang="en-US" dirty="0" smtClean="0"/>
              <a:t>Integration with </a:t>
            </a:r>
            <a:r>
              <a:rPr lang="en-US" b="1" dirty="0" smtClean="0"/>
              <a:t>live weather data APIs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References: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 err="1" smtClean="0"/>
              <a:t>Kaggle</a:t>
            </a:r>
            <a:r>
              <a:rPr lang="en-US" b="1" dirty="0" smtClean="0"/>
              <a:t> – Bike Sharing Demand Dataset: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Microsoft Learn – Power BI Tutorials:</a:t>
            </a:r>
          </a:p>
          <a:p>
            <a:r>
              <a:rPr lang="en-US" b="1" dirty="0" smtClean="0"/>
              <a:t>Research papers on bike sharing demand prediction</a:t>
            </a:r>
            <a:r>
              <a:rPr lang="en-US" dirty="0" smtClean="0"/>
              <a:t>:</a:t>
            </a:r>
          </a:p>
          <a:p>
            <a:r>
              <a:rPr lang="en-US" dirty="0" smtClean="0">
                <a:hlinkClick r:id="rId3"/>
              </a:rPr>
              <a:t>https://share.google/nsxuSiPDf3GHr5GQ7</a:t>
            </a:r>
            <a:endParaRPr lang="en-US" dirty="0" smtClean="0"/>
          </a:p>
          <a:p>
            <a:r>
              <a:rPr lang="en-US" dirty="0" smtClean="0">
                <a:hlinkClick r:id="rId4"/>
              </a:rPr>
              <a:t>https://share.google/IWIFrW5YTfZiVjtmD</a:t>
            </a:r>
            <a:endParaRPr lang="en-US" dirty="0" smtClean="0"/>
          </a:p>
          <a:p>
            <a:r>
              <a:rPr lang="en-US" dirty="0" smtClean="0">
                <a:hlinkClick r:id="rId5"/>
              </a:rPr>
              <a:t>https://share.google/aSCtI6Tfx0h896v77</a:t>
            </a:r>
            <a:endParaRPr lang="en-US" dirty="0" smtClean="0"/>
          </a:p>
          <a:p>
            <a:r>
              <a:rPr lang="en-US" b="1" dirty="0" smtClean="0"/>
              <a:t>Online data analytics learning resources:</a:t>
            </a:r>
          </a:p>
          <a:p>
            <a:r>
              <a:rPr lang="en-US" dirty="0" smtClean="0">
                <a:hlinkClick r:id="rId6"/>
              </a:rPr>
              <a:t>https://share.google/5RbT0WIoZG6VLXKi2</a:t>
            </a:r>
            <a:endParaRPr lang="en-US" dirty="0" smtClean="0"/>
          </a:p>
          <a:p>
            <a:r>
              <a:rPr lang="en-US" dirty="0" smtClean="0"/>
              <a:t>https://share.google/hYAT0YyqiN0d0PMae</a:t>
            </a:r>
          </a:p>
          <a:p>
            <a:endParaRPr lang="en-US" dirty="0"/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609600" y="2133600"/>
          <a:ext cx="6705600" cy="685800"/>
        </p:xfrm>
        <a:graphic>
          <a:graphicData uri="http://schemas.openxmlformats.org/presentationml/2006/ole">
            <p:oleObj spid="_x0000_s1026" name="Macro-Enabled Worksheet" r:id="rId7" imgW="9761114" imgH="133693050" progId="Excel.SheetMacroEnabled.12">
              <p:embed/>
            </p:oleObj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81200"/>
            <a:ext cx="8229600" cy="3352800"/>
          </a:xfrm>
        </p:spPr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687</Words>
  <Application>Microsoft Office PowerPoint</Application>
  <PresentationFormat>On-screen Show (4:3)</PresentationFormat>
  <Paragraphs>123</Paragraphs>
  <Slides>13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Office Theme</vt:lpstr>
      <vt:lpstr>Microsoft Office Excel Macro-Enabled Worksheet</vt:lpstr>
      <vt:lpstr>   Project Title:    Bike Demand Prediction Project</vt:lpstr>
      <vt:lpstr>Outline: </vt:lpstr>
      <vt:lpstr>Problem Statement:</vt:lpstr>
      <vt:lpstr>Proposed System / Solution:</vt:lpstr>
      <vt:lpstr>System Development Approach (Technology Used):</vt:lpstr>
      <vt:lpstr>Algorithm &amp; Deployment:</vt:lpstr>
      <vt:lpstr>Results:</vt:lpstr>
      <vt:lpstr>Slide 8</vt:lpstr>
      <vt:lpstr>GitHub Repository Link:</vt:lpstr>
      <vt:lpstr>Conclusion:</vt:lpstr>
      <vt:lpstr>Future Scope:</vt:lpstr>
      <vt:lpstr>References: 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Title: Bike Demand Prediction Project</dc:title>
  <dc:creator>Admin</dc:creator>
  <cp:lastModifiedBy>Admin</cp:lastModifiedBy>
  <cp:revision>8</cp:revision>
  <dcterms:created xsi:type="dcterms:W3CDTF">2026-03-14T16:11:27Z</dcterms:created>
  <dcterms:modified xsi:type="dcterms:W3CDTF">2026-03-14T17:21:39Z</dcterms:modified>
</cp:coreProperties>
</file>